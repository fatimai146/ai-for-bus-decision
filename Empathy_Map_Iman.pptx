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C3E50"/>
                </a:solidFill>
              </a:rPr>
              <a:t>Empathy Map — Marwah (Graduate Student, Pakistani, Purdue)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46464"/>
                </a:solidFill>
              </a:rPr>
              <a:t>Innovation Challenge: How might we improve the experience of eating out with friends when people have different budgets?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OBSERVE: What did they say?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5669280" cy="2331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 think when we go out, usually as college students, that's what we focus on. We're focused on budgets."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 felt like I had to still go because the majority wanted to go, and I did not want to cause problems."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 felt like the split was unfair, and that I should not be spending more money than I have utilized."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 don't think there is an ideal version. I think that this is how life works."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"A coffee might not be a big monetary investment, but as a gesture, it really helped me feel better."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"We are broke, but we don't want to come across as stingy."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 did not want to go out with the same group of people the next time because I'm not as close to them."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"It's not always about the money itself. Sometimes it's about not having a voice."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"I understand that it's better to make most people happy than upset most people."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 i="1">
                <a:solidFill>
                  <a:srgbClr val="2C3E50"/>
                </a:solidFill>
              </a:rPr>
              <a:t>• "Water does not cost at all. But I feel like that is a cost that I always have to bear."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023360"/>
            <a:ext cx="566928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OBSERVE: What did they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434840"/>
            <a:ext cx="5669280" cy="2331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Voted for a different restaurant but went along with the majority without protesting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Paid more than her share at the birthday dinner and did not speak up in the moment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Privately vented to her roommate afterward instead of raising it with the group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Stopped going out with a specific friend group after a bad splitting experience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Sent a message in caps: "IF ANYONE HAS CONCERNS RAISE THEM NOW BEFORE I BUY THE SEATS"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Typed out a full expense breakdown in WhatsApp because not everyone was on Splitwise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Explicitly told the group "I'm broke so fuel isn't free for me" — tested the waters on being transparent about money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Checks menu prices beforehand on dates (to manage guilt) but not with friends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Purchased a car over summer, knowingly making herself more budget-constrained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INFER: What do they think?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669280" cy="2331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Raising concerns about the bill will "cause problems" and disrupt the group dynamic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Fairness in splitting should be based on what you actually consumed, not an equal divide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Her food preferences will always lose to the majority because of ethnic/cultural differences in the group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There is an unspoken budget ceiling (~$15-20) that everyone understands because they know each other's wages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Discomfort around group dining is an unavoidable part of life that you manage emotionally, not solve structurally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Being transparent about money is only safe in close, trusted friend groups — not with friends of friends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People keep a mental scorecard of who declined plans and who didn't, even if it's never spoken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There is resentment on both sides — broke people feel stingy, people with money feel held 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02336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INFER: What do they feel?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434840"/>
            <a:ext cx="5669280" cy="2331720"/>
          </a:xfrm>
          <a:prstGeom prst="rect">
            <a:avLst/>
          </a:prstGeom>
          <a:solidFill>
            <a:srgbClr val="F8F9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Resignation — she has accepted that group dining will never be fully comfortable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Resentment — she subsidizes costs she doesn't incur (soft drinks, shared dishes she didn't want)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Voicelessness — her preferences are consistently outvoted due to being a cultural minority in her friend group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Guilt — she checks prices on dates to avoid making the other person spend too much on her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Financial anxiety — earning $13/hour with a new car payment, every dollar spent eating out is felt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Warmth and gratitude — the coffee gesture from a friend made her feel genuinely cared for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Protectiveness — she sent the caps-lock message to avoid losing money on movie seats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Avoidance — she would rather stop seeing a group than confront an unfair split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00">
                <a:solidFill>
                  <a:srgbClr val="2C3E50"/>
                </a:solidFill>
              </a:rPr>
              <a:t>• Relief — when she told the group about fuel costs and they responded supportively, it "felt nice"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